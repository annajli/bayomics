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AF4D-8434-0A88-1F06-EC0C2765F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66357-5329-B2AF-BEF7-C06334DBF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49A5-2FE7-9BEE-6FD8-F6B0DC04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C9E40-F0A4-66F5-6BF1-1B64FAD12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5961D-F9D2-2EA7-85B5-0D83CBAE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9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FDEE-1A0B-43D1-3F1D-0AB8BD03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90B9F-C67A-7154-62B0-F14D0A6E1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F013F-4278-2714-C3A4-9126E1DB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C351-A85C-BF37-62B3-A0086F33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DC46C-9AC7-9B38-76BA-D07BF26F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4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61A2-5F25-8017-D870-590BD0C0B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E323F-9067-60B8-18C9-C58001D1D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1DAD-D222-E9FE-B293-5ED9A28D0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6B520-FDF0-1A30-E1EC-B7D8F9B1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6F964-879D-7379-22E5-85526A5D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5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0153-5438-9673-CD85-9128CF16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7A25C-09EF-744A-7A14-93B17A88F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CFD1E-E4BF-54D8-6178-8C1CC156F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A8A51-A754-092A-8EC0-402F030B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BA0B1-63AB-D399-EFCD-380FF556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CCC01-A804-89B8-9F7C-0C53733D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1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6BA0-5008-CB52-01BC-7C746EF5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0AC37-E300-BCDD-C972-25797CB4E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A6BC7-DD78-729D-351B-31E264DF6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BF8E2-5B2C-27F0-EA53-EAD9C1237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7FE5D-3C7E-72FD-1C66-895DD765D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EE2A9-6D74-E9E7-F12C-BB0CE114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187A3-38C2-6BB6-3CD7-9C338657B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55B81-62F3-61E0-4EC0-AF0400F9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1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BB28-3809-F0A5-2677-CD5018B6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53B7D-1700-C21B-4868-B1DFFFD1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E7787-9646-EDA9-A276-DB6A8E3D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B9AC6-F55B-9519-F4D6-78C98BB0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0E946-E778-C3CA-C751-7D708E92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C8C1E-E702-CA5D-680D-11D217F0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1E0C1-9609-8BF3-092D-337D6A58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3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CFCC-503B-B03D-9968-98010E81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8A0CB-FEB7-3274-3AF9-82CA4523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1DE05-87D0-608A-DE07-5C562997C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D55DC-0F6F-5717-E52E-B29A40F2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9D5BD-46E7-8ACA-1D89-EB63B1E6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2E87E-96D2-2684-9D64-F5B02FC3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2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0FBB-8E11-B0A9-8FF8-6AD71A11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49E8CC-3CF2-EC1E-32BC-B0734A3D1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75105-445C-F7ED-95FF-DD7386B99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4E8AE-98DD-C705-470F-642941E0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1B17A-51F2-3187-049C-33B41447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B8EE0-9BD1-B220-D145-BB0F4B66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41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EFC3-F51B-7260-EF36-EAC0C5173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C6C63-7277-0763-55D6-471507738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D450-A0FB-510C-8D19-C9B9BE15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D9081-2C6C-60FD-5071-F15AB2CA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CC4DF-108C-0B24-881B-B8ED1D54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8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9ABED-DC7A-C9D1-043A-ECD1E927E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6FE55-5D72-AB98-04DB-0D24EA581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1C99D-6EAC-E0E4-D4AC-04B3D8E37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B9007-39F9-171F-F2EB-B34F1CF6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8B91D-1CCE-30EF-74D7-8F8F286F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8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3DC678-2624-F39B-1780-32574E26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83DA8-973E-53AB-C406-1C7883FAF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82FB6-8FFF-DAAA-F7C2-678765DB0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A33C0-3C76-47E7-B81D-0FAB1C84989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6117C-7F8A-F02A-BBD4-551B0FB18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6B391-2A61-15B4-4439-4E07A0D6B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24404-BF2E-421A-8874-BC1532E6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2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ra.bio/#using-indra" TargetMode="External"/><Relationship Id="rId2" Type="http://schemas.openxmlformats.org/officeDocument/2006/relationships/hyperlink" Target="https://academic.oup.com/nar/article/52/W1/W540/764052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EA7B30-B7C8-FC69-087A-5B874ED4DB7F}"/>
              </a:ext>
            </a:extLst>
          </p:cNvPr>
          <p:cNvSpPr txBox="1"/>
          <p:nvPr/>
        </p:nvSpPr>
        <p:spPr>
          <a:xfrm>
            <a:off x="2667786" y="2393048"/>
            <a:ext cx="240383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bnlearn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CC9356-5571-F4DE-20BF-CCBA4A09149B}"/>
              </a:ext>
            </a:extLst>
          </p:cNvPr>
          <p:cNvSpPr txBox="1"/>
          <p:nvPr/>
        </p:nvSpPr>
        <p:spPr>
          <a:xfrm>
            <a:off x="2667786" y="1465523"/>
            <a:ext cx="240383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Preprocessing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BCB1C-9AD4-8385-3B2C-2703D01E1F26}"/>
              </a:ext>
            </a:extLst>
          </p:cNvPr>
          <p:cNvSpPr txBox="1"/>
          <p:nvPr/>
        </p:nvSpPr>
        <p:spPr>
          <a:xfrm>
            <a:off x="2667786" y="496028"/>
            <a:ext cx="2403834" cy="369332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&lt;individual files&gt;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EEE230-4D0D-0920-BDC9-BE64F5FDBD76}"/>
              </a:ext>
            </a:extLst>
          </p:cNvPr>
          <p:cNvSpPr txBox="1"/>
          <p:nvPr/>
        </p:nvSpPr>
        <p:spPr>
          <a:xfrm>
            <a:off x="1208203" y="3593375"/>
            <a:ext cx="240383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Literature Review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C1C4D-51CE-ACBA-655B-D9CB3C283520}"/>
              </a:ext>
            </a:extLst>
          </p:cNvPr>
          <p:cNvSpPr txBox="1"/>
          <p:nvPr/>
        </p:nvSpPr>
        <p:spPr>
          <a:xfrm>
            <a:off x="4094375" y="3593375"/>
            <a:ext cx="240383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 Module (Serology)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43BD7-37D4-0921-7CF9-AFB7F5116A02}"/>
              </a:ext>
            </a:extLst>
          </p:cNvPr>
          <p:cNvSpPr txBox="1"/>
          <p:nvPr/>
        </p:nvSpPr>
        <p:spPr>
          <a:xfrm>
            <a:off x="8986892" y="550384"/>
            <a:ext cx="240383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External resource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A1AFA-DA69-DA96-4027-1EC58F6ADCA2}"/>
              </a:ext>
            </a:extLst>
          </p:cNvPr>
          <p:cNvSpPr txBox="1"/>
          <p:nvPr/>
        </p:nvSpPr>
        <p:spPr>
          <a:xfrm>
            <a:off x="8986892" y="924586"/>
            <a:ext cx="2403834" cy="369332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65C1C6-27AE-F254-2B35-EDA3143C040C}"/>
              </a:ext>
            </a:extLst>
          </p:cNvPr>
          <p:cNvSpPr txBox="1"/>
          <p:nvPr/>
        </p:nvSpPr>
        <p:spPr>
          <a:xfrm>
            <a:off x="8986890" y="1291401"/>
            <a:ext cx="240383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component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06FFA7-5049-1C5C-EB1F-8B049CEDD181}"/>
              </a:ext>
            </a:extLst>
          </p:cNvPr>
          <p:cNvSpPr/>
          <p:nvPr/>
        </p:nvSpPr>
        <p:spPr>
          <a:xfrm>
            <a:off x="8858053" y="378351"/>
            <a:ext cx="2903453" cy="147198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8C847B-C49A-C489-A1CE-AC555CE849CE}"/>
              </a:ext>
            </a:extLst>
          </p:cNvPr>
          <p:cNvSpPr txBox="1"/>
          <p:nvPr/>
        </p:nvSpPr>
        <p:spPr>
          <a:xfrm>
            <a:off x="8858053" y="46746"/>
            <a:ext cx="499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B27CDE-A741-2D54-C2E1-8CA8B1634F59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3869703" y="865360"/>
            <a:ext cx="0" cy="600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4A62D5-5EDE-A90C-FC4D-0973F9E3C5F0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3869703" y="1834855"/>
            <a:ext cx="0" cy="5581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26E8E7-36A0-9526-F44A-B3D57317601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2410120" y="2762380"/>
            <a:ext cx="1459583" cy="8309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5049DF-13AA-15D8-90A7-CFD937BA7FB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3869703" y="2762380"/>
            <a:ext cx="1426589" cy="8309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30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DD420F-021D-91C0-A9B3-833CD9836274}"/>
              </a:ext>
            </a:extLst>
          </p:cNvPr>
          <p:cNvSpPr txBox="1"/>
          <p:nvPr/>
        </p:nvSpPr>
        <p:spPr>
          <a:xfrm>
            <a:off x="3365369" y="2533551"/>
            <a:ext cx="240383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PubTator</a:t>
            </a:r>
            <a:r>
              <a:rPr lang="en-US" dirty="0"/>
              <a:t> API 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88960-FBCA-14A7-4CED-986D57FE3E59}"/>
              </a:ext>
            </a:extLst>
          </p:cNvPr>
          <p:cNvSpPr txBox="1"/>
          <p:nvPr/>
        </p:nvSpPr>
        <p:spPr>
          <a:xfrm>
            <a:off x="977247" y="3370458"/>
            <a:ext cx="1753385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Orchestrator Module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BAC7B-105E-BB68-61AC-C9E94A633FA8}"/>
              </a:ext>
            </a:extLst>
          </p:cNvPr>
          <p:cNvSpPr txBox="1"/>
          <p:nvPr/>
        </p:nvSpPr>
        <p:spPr>
          <a:xfrm>
            <a:off x="652023" y="787927"/>
            <a:ext cx="240383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bnlearn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B501E-9325-2F7F-F37B-3DEE7DA9845C}"/>
              </a:ext>
            </a:extLst>
          </p:cNvPr>
          <p:cNvSpPr txBox="1"/>
          <p:nvPr/>
        </p:nvSpPr>
        <p:spPr>
          <a:xfrm>
            <a:off x="7800692" y="2383721"/>
            <a:ext cx="240383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PubTator3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57DB6-0E6F-E41C-8580-54C9CC232E82}"/>
              </a:ext>
            </a:extLst>
          </p:cNvPr>
          <p:cNvSpPr txBox="1"/>
          <p:nvPr/>
        </p:nvSpPr>
        <p:spPr>
          <a:xfrm>
            <a:off x="7800692" y="3311492"/>
            <a:ext cx="240383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INDRA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BAFBAB-8BA7-3C83-7FA2-809197460770}"/>
              </a:ext>
            </a:extLst>
          </p:cNvPr>
          <p:cNvSpPr txBox="1"/>
          <p:nvPr/>
        </p:nvSpPr>
        <p:spPr>
          <a:xfrm>
            <a:off x="3365369" y="3450421"/>
            <a:ext cx="240383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Lit Review Module Encoder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B19F8F-40C5-B25E-1706-84CBA22F9E21}"/>
              </a:ext>
            </a:extLst>
          </p:cNvPr>
          <p:cNvSpPr txBox="1"/>
          <p:nvPr/>
        </p:nvSpPr>
        <p:spPr>
          <a:xfrm>
            <a:off x="3365369" y="4577407"/>
            <a:ext cx="240383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Lit Review Module LLM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D27332-2B2E-35DC-34C0-174D11B63532}"/>
              </a:ext>
            </a:extLst>
          </p:cNvPr>
          <p:cNvSpPr txBox="1"/>
          <p:nvPr/>
        </p:nvSpPr>
        <p:spPr>
          <a:xfrm>
            <a:off x="652023" y="1778850"/>
            <a:ext cx="2403834" cy="646331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.csv containing BN edges (to/from)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713112-DA98-F580-CBD3-7699EB34FFBB}"/>
              </a:ext>
            </a:extLst>
          </p:cNvPr>
          <p:cNvSpPr txBox="1"/>
          <p:nvPr/>
        </p:nvSpPr>
        <p:spPr>
          <a:xfrm>
            <a:off x="331509" y="6070073"/>
            <a:ext cx="1050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PubTator3:  </a:t>
            </a:r>
            <a:r>
              <a:rPr lang="en-US" dirty="0">
                <a:hlinkClick r:id="rId2"/>
              </a:rPr>
              <a:t>https://academic.oup.com/nar/article/52/W1/W540/7640526</a:t>
            </a:r>
            <a:r>
              <a:rPr lang="en-US" dirty="0"/>
              <a:t> </a:t>
            </a:r>
          </a:p>
          <a:p>
            <a:r>
              <a:rPr lang="en-US" dirty="0"/>
              <a:t>INDRA (Integrated Network and Dynamical Reasoning Assembler):  </a:t>
            </a:r>
            <a:r>
              <a:rPr lang="en-US" dirty="0">
                <a:hlinkClick r:id="rId3"/>
              </a:rPr>
              <a:t>https://www.indra.bio/#using-indra</a:t>
            </a:r>
            <a:r>
              <a:rPr lang="en-US" dirty="0"/>
              <a:t>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B2F9D0-62B3-8763-1456-5FF04DFF5945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5769203" y="2568387"/>
            <a:ext cx="2031489" cy="1498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336A4E-A56E-D424-B177-869244D59447}"/>
              </a:ext>
            </a:extLst>
          </p:cNvPr>
          <p:cNvCxnSpPr>
            <a:cxnSpLocks/>
          </p:cNvCxnSpPr>
          <p:nvPr/>
        </p:nvCxnSpPr>
        <p:spPr>
          <a:xfrm flipH="1">
            <a:off x="5835191" y="2673049"/>
            <a:ext cx="1965501" cy="1243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81A556-BE87-7370-F153-020782CFB958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5769203" y="2718217"/>
            <a:ext cx="2031489" cy="7779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50CBBE-7017-793D-904C-E6833AD146C7}"/>
              </a:ext>
            </a:extLst>
          </p:cNvPr>
          <p:cNvCxnSpPr>
            <a:cxnSpLocks/>
          </p:cNvCxnSpPr>
          <p:nvPr/>
        </p:nvCxnSpPr>
        <p:spPr>
          <a:xfrm flipH="1" flipV="1">
            <a:off x="5868185" y="2835494"/>
            <a:ext cx="1932507" cy="7767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EF4E9C2-83B5-B964-9560-81E2BF313952}"/>
              </a:ext>
            </a:extLst>
          </p:cNvPr>
          <p:cNvSpPr txBox="1"/>
          <p:nvPr/>
        </p:nvSpPr>
        <p:spPr>
          <a:xfrm>
            <a:off x="6403940" y="2176965"/>
            <a:ext cx="94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calls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445840-DE45-2637-312C-A53FCB239F23}"/>
              </a:ext>
            </a:extLst>
          </p:cNvPr>
          <p:cNvSpPr txBox="1"/>
          <p:nvPr/>
        </p:nvSpPr>
        <p:spPr>
          <a:xfrm>
            <a:off x="6898849" y="2848514"/>
            <a:ext cx="94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calls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9A2923-887C-3575-869C-781CFB4E0CC9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1853940" y="1157259"/>
            <a:ext cx="0" cy="6215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C03AF5E-A28B-FCC5-3B36-40D1DEB85D78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>
            <a:off x="1853940" y="2425181"/>
            <a:ext cx="0" cy="9452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0053896-0A1D-F2D9-F528-7DD70ED5D574}"/>
              </a:ext>
            </a:extLst>
          </p:cNvPr>
          <p:cNvCxnSpPr>
            <a:stCxn id="6" idx="3"/>
            <a:endCxn id="5" idx="1"/>
          </p:cNvCxnSpPr>
          <p:nvPr/>
        </p:nvCxnSpPr>
        <p:spPr>
          <a:xfrm flipV="1">
            <a:off x="2730632" y="2718217"/>
            <a:ext cx="634737" cy="97540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3D83B8B-DECC-7659-DF37-645E9B2B5C85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730632" y="3693624"/>
            <a:ext cx="634737" cy="7996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0ED6F2A-CD90-7A46-66C9-04746DAD47AF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730632" y="3693624"/>
            <a:ext cx="634737" cy="106844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1A3B7DA-7748-2B8D-A8F8-DA92734C550D}"/>
              </a:ext>
            </a:extLst>
          </p:cNvPr>
          <p:cNvSpPr txBox="1"/>
          <p:nvPr/>
        </p:nvSpPr>
        <p:spPr>
          <a:xfrm>
            <a:off x="7800692" y="4931591"/>
            <a:ext cx="240383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Anthropic Sonnet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C742023-9DC8-6E80-3C9A-E8606F4FB87D}"/>
              </a:ext>
            </a:extLst>
          </p:cNvPr>
          <p:cNvCxnSpPr>
            <a:cxnSpLocks/>
            <a:stCxn id="12" idx="3"/>
            <a:endCxn id="53" idx="1"/>
          </p:cNvCxnSpPr>
          <p:nvPr/>
        </p:nvCxnSpPr>
        <p:spPr>
          <a:xfrm>
            <a:off x="5769203" y="4762073"/>
            <a:ext cx="2031489" cy="3541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905491C-8D1A-5365-0435-309771D8C30B}"/>
              </a:ext>
            </a:extLst>
          </p:cNvPr>
          <p:cNvSpPr txBox="1"/>
          <p:nvPr/>
        </p:nvSpPr>
        <p:spPr>
          <a:xfrm>
            <a:off x="6372513" y="4575005"/>
            <a:ext cx="94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calls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5749F5-307F-5659-F323-28188E075EA9}"/>
              </a:ext>
            </a:extLst>
          </p:cNvPr>
          <p:cNvSpPr txBox="1"/>
          <p:nvPr/>
        </p:nvSpPr>
        <p:spPr>
          <a:xfrm>
            <a:off x="7800692" y="4056629"/>
            <a:ext cx="2403834" cy="64633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HuggingFace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PubMedBERT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FF65906-49FA-C6C6-46A2-59379713684E}"/>
              </a:ext>
            </a:extLst>
          </p:cNvPr>
          <p:cNvCxnSpPr>
            <a:cxnSpLocks/>
            <a:stCxn id="58" idx="1"/>
            <a:endCxn id="11" idx="3"/>
          </p:cNvCxnSpPr>
          <p:nvPr/>
        </p:nvCxnSpPr>
        <p:spPr>
          <a:xfrm flipH="1" flipV="1">
            <a:off x="5769203" y="3773587"/>
            <a:ext cx="2031489" cy="6062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75E8545-98B6-6E04-748D-F197ABFA4A68}"/>
              </a:ext>
            </a:extLst>
          </p:cNvPr>
          <p:cNvCxnSpPr>
            <a:cxnSpLocks/>
          </p:cNvCxnSpPr>
          <p:nvPr/>
        </p:nvCxnSpPr>
        <p:spPr>
          <a:xfrm flipH="1" flipV="1">
            <a:off x="5781575" y="4878180"/>
            <a:ext cx="2019117" cy="3518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3455A42-7491-7827-4351-BEB829D189C0}"/>
              </a:ext>
            </a:extLst>
          </p:cNvPr>
          <p:cNvSpPr txBox="1"/>
          <p:nvPr/>
        </p:nvSpPr>
        <p:spPr>
          <a:xfrm>
            <a:off x="652023" y="5269621"/>
            <a:ext cx="2403834" cy="646331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Literature Review Results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5CCD558-321F-CCE6-418A-7D09F09B2D31}"/>
              </a:ext>
            </a:extLst>
          </p:cNvPr>
          <p:cNvCxnSpPr>
            <a:cxnSpLocks/>
            <a:stCxn id="6" idx="2"/>
            <a:endCxn id="68" idx="0"/>
          </p:cNvCxnSpPr>
          <p:nvPr/>
        </p:nvCxnSpPr>
        <p:spPr>
          <a:xfrm>
            <a:off x="1853940" y="4016789"/>
            <a:ext cx="0" cy="12528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142936B-D051-D5E4-458C-FF7A0FCB28FF}"/>
              </a:ext>
            </a:extLst>
          </p:cNvPr>
          <p:cNvSpPr txBox="1"/>
          <p:nvPr/>
        </p:nvSpPr>
        <p:spPr>
          <a:xfrm>
            <a:off x="9015172" y="525329"/>
            <a:ext cx="240383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External resource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6FC226-C92B-9AE8-E78F-1A8F3DBEB097}"/>
              </a:ext>
            </a:extLst>
          </p:cNvPr>
          <p:cNvSpPr txBox="1"/>
          <p:nvPr/>
        </p:nvSpPr>
        <p:spPr>
          <a:xfrm>
            <a:off x="9015172" y="899531"/>
            <a:ext cx="2403834" cy="369332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Dataset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433693-6409-A616-8592-2D7EC7B93E1B}"/>
              </a:ext>
            </a:extLst>
          </p:cNvPr>
          <p:cNvSpPr txBox="1"/>
          <p:nvPr/>
        </p:nvSpPr>
        <p:spPr>
          <a:xfrm>
            <a:off x="9015170" y="1266346"/>
            <a:ext cx="240383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component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103EFFA-1867-3A76-E205-6030F1225510}"/>
              </a:ext>
            </a:extLst>
          </p:cNvPr>
          <p:cNvSpPr/>
          <p:nvPr/>
        </p:nvSpPr>
        <p:spPr>
          <a:xfrm>
            <a:off x="8886333" y="353296"/>
            <a:ext cx="2903453" cy="147198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5CFEED-0820-CF85-4B9D-90C366022502}"/>
              </a:ext>
            </a:extLst>
          </p:cNvPr>
          <p:cNvSpPr txBox="1"/>
          <p:nvPr/>
        </p:nvSpPr>
        <p:spPr>
          <a:xfrm>
            <a:off x="8886333" y="21691"/>
            <a:ext cx="499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1664141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104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Dallas</dc:creator>
  <cp:lastModifiedBy>Ryan Dallas</cp:lastModifiedBy>
  <cp:revision>1</cp:revision>
  <dcterms:created xsi:type="dcterms:W3CDTF">2026-07-13T16:33:38Z</dcterms:created>
  <dcterms:modified xsi:type="dcterms:W3CDTF">2026-07-13T18:00:06Z</dcterms:modified>
</cp:coreProperties>
</file>